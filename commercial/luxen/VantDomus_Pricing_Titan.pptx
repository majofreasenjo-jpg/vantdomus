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59E0B"/>
                </a:solidFill>
                <a:latin typeface="Arial"/>
              </a:defRPr>
            </a:pPr>
            <a:r>
              <a:t>VANTDOMUS B2B</a:t>
            </a:r>
          </a:p>
          <a:p>
            <a:r>
              <a:t>MODELO COMERCIAL TIER-1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BD5E1"/>
                </a:solidFill>
              </a:defRPr>
            </a:pPr>
            <a:r>
              <a:t>Estructura de Captura de Valor y Arbitraje Algorítmico</a:t>
            </a:r>
          </a:p>
          <a:p>
            <a:r>
              <a:t>Luxen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LA DOCTRINA ZERO-TRUST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Nuestra postura comercial rechaza el modelo SaaS convencional.</a:t>
            </a:r>
          </a:p>
          <a:p>
            <a:pPr>
              <a:defRPr>
                <a:solidFill>
                  <a:srgbClr val="CBD5E1"/>
                </a:solidFill>
              </a:defRPr>
            </a:pPr>
            <a:r>
              <a:t>No vendemos 'Software por Usuario'.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Operamos como una Firma de Defensa Analítica.</a:t>
            </a:r>
          </a:p>
          <a:p>
            <a:pPr>
              <a:defRPr>
                <a:solidFill>
                  <a:srgbClr val="CBD5E1"/>
                </a:solidFill>
              </a:defRPr>
            </a:pPr>
            <a:r>
              <a:t>El financiamiento se ancla matemáticamente a la magnitud del CAPEX y al dinero que salvamos en arbitrajes.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BRAZO 1: RETAINER (EL ESCUDO ESTÁTICO)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Cubrimos el costo operativo y bloqueamos el riesgo.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Fee de Piloto Forense (FDE): 500 a 1.200 UF.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Fee VantDomus Anual: 0.25% del CAPEX del Proyecto.</a:t>
            </a:r>
          </a:p>
          <a:p>
            <a:pPr>
              <a:defRPr b="1">
                <a:solidFill>
                  <a:srgbClr val="FFFFFF"/>
                </a:solidFill>
              </a:defRPr>
            </a:pPr>
            <a:r>
              <a:t>Justificación: El cliente compra la inyección técnica y el análisis forense de la 'Materia Oscura' independientemente del final del arbitraje.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BRAZO 2: SUCCESS FEE (LA EXTRACCIÓN)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La escalabilidad real del negocio corporativo.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Retención Asimétrica: 8% al 12% Neto de todo capital extraído.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Aplica para: Multas revertidas, Discrepancias de Facturación (Claims NOC), Prevención probada de sobrecostos constructivos.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Psicología: VantDomus se convierte en la inversión más lógica del Holding; el sistema se paga infinitas veces con capital recuperado.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EJEMPLO: LITIGIOS MINEROS (CASO PUMA)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Escenario: 8.603 HHs fantasmas + 54 Días Overhead (Defensa ~21.000 UF)</a:t>
            </a:r>
          </a:p>
          <a:p>
            <a:pPr lvl="1">
              <a:defRPr>
                <a:solidFill>
                  <a:srgbClr val="EF4444"/>
                </a:solidFill>
              </a:defRPr>
            </a:pPr>
            <a:r>
              <a:t>Cobro Histórico Errados: Tarifa Plana por Horas ($2.5M CLP).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Cobro Estructura VantDomus Titán:</a:t>
            </a:r>
          </a:p>
          <a:p>
            <a:pPr lvl="2">
              <a:defRPr>
                <a:solidFill>
                  <a:srgbClr val="F59E0B"/>
                </a:solidFill>
              </a:defRPr>
            </a:pPr>
            <a:r>
              <a:t>Retainer Setup Forense: 1.000 UF ($38 Millones CLP).</a:t>
            </a:r>
          </a:p>
          <a:p>
            <a:pPr lvl="2">
              <a:defRPr>
                <a:solidFill>
                  <a:srgbClr val="F59E0B"/>
                </a:solidFill>
              </a:defRPr>
            </a:pPr>
            <a:r>
              <a:t>Plus Success Fee: 10% sobre las 21.000 UF = Extra 2.100 UF ($80 Millones CLP).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REGLAS DE NEGOCIACIÓN B2B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El precio no se baja. Se audita lo que ya perdieron esta semana y se compara.</a:t>
            </a:r>
          </a:p>
          <a:p>
            <a:pPr>
              <a:defRPr>
                <a:solidFill>
                  <a:srgbClr val="CBD5E1"/>
                </a:solidFill>
              </a:defRPr>
            </a:pPr>
            <a:r>
              <a:t>2. Somos un equipo de Extracción, no un Software contable barato.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3. Cada informe forense es Inapelable Matemáticamente, lo que justifica las penalidades.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